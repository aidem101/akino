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BA3C34">
              <a:alpha val="95000"/>
            </a:srgbClr>
          </a:solidFill>
          <a:ln w="12700">
            <a:solidFill>
              <a:srgbClr val="BA3C3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65960"/>
            <a:ext cx="12191695" cy="4892040"/>
          </a:xfrm>
          <a:prstGeom prst="rect">
            <a:avLst/>
          </a:prstGeom>
          <a:solidFill>
            <a:srgbClr val="080A0F"/>
          </a:solidFill>
          <a:ln w="12700">
            <a:solidFill>
              <a:srgbClr val="080A0F">
                <a:alpha val="0"/>
              </a:srgbClr>
            </a:solidFill>
            <a:prstDash val="solid"/>
          </a:ln>
        </p:spPr>
      </p:sp>
      <p:pic>
        <p:nvPicPr>
          <p:cNvPr id="4" name="Image 0" descr="C:\OSPanel\home\project\presentation_output\assets\movie-card-1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114032" y="1051560"/>
            <a:ext cx="3310128" cy="1856232"/>
          </a:xfrm>
          <a:prstGeom prst="rect">
            <a:avLst/>
          </a:prstGeom>
        </p:spPr>
      </p:pic>
      <p:pic>
        <p:nvPicPr>
          <p:cNvPr id="5" name="Image 1" descr="C:\OSPanel\home\project\presentation_output\assets\movie-card-2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909560" y="2651760"/>
            <a:ext cx="3310128" cy="1856232"/>
          </a:xfrm>
          <a:prstGeom prst="rect">
            <a:avLst/>
          </a:prstGeom>
        </p:spPr>
      </p:pic>
      <p:pic>
        <p:nvPicPr>
          <p:cNvPr id="6" name="Image 2" descr="C:\OSPanel\home\project\presentation_output\assets\movie-card-3.png">    </p:cNvPr>
          <p:cNvPicPr>
            <a:picLocks noChangeAspect="1"/>
          </p:cNvPicPr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6784848" y="4261104"/>
            <a:ext cx="3310128" cy="185623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0" y="0"/>
            <a:ext cx="6492240" cy="6858000"/>
          </a:xfrm>
          <a:prstGeom prst="rect">
            <a:avLst/>
          </a:prstGeom>
          <a:solidFill>
            <a:srgbClr val="080A0F">
              <a:alpha val="70000"/>
            </a:srgbClr>
          </a:solidFill>
          <a:ln w="12700">
            <a:solidFill>
              <a:srgbClr val="080A0F">
                <a:alpha val="0"/>
              </a:srgbClr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13232" y="530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C5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AKINO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713232" y="12984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Дипломная работа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13232" y="199339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5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онлайн-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713232" y="254203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5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кинотеатра для авторских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713232" y="309067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5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короткометражных фильмов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713232" y="3822192"/>
            <a:ext cx="2029968" cy="45720"/>
          </a:xfrm>
          <a:prstGeom prst="rect">
            <a:avLst/>
          </a:prstGeom>
          <a:solidFill>
            <a:srgbClr val="E6C591"/>
          </a:solidFill>
          <a:ln w="12700">
            <a:solidFill>
              <a:srgbClr val="E6C59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13232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A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Онлайн-кинотеатр AKINO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13232" y="4599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AF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авторское и короткометражное кино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713232" y="5321808"/>
            <a:ext cx="1133856" cy="329184"/>
          </a:xfrm>
          <a:prstGeom prst="roundRect">
            <a:avLst>
              <a:gd name="adj" fmla="val 16667"/>
            </a:avLst>
          </a:prstGeom>
          <a:solidFill>
            <a:srgbClr val="E6C591"/>
          </a:solidFill>
          <a:ln w="12700">
            <a:solidFill>
              <a:srgbClr val="E6C59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3232" y="539496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039112" y="54041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A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Фильмы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743200" y="5404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A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584448" y="54041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A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13232" y="6236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AF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____________________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33088" y="6236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AF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____________________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AKINO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онлайн-кинотеатра для авторских и короткометражных фильмов</dc:title>
  <dc:subject>Дипломная работа</dc:subject>
  <dc:creator>AKINO</dc:creator>
  <cp:lastModifiedBy>AKINO</cp:lastModifiedBy>
  <cp:revision>1</cp:revision>
  <dcterms:created xsi:type="dcterms:W3CDTF">2026-05-19T13:38:27Z</dcterms:created>
  <dcterms:modified xsi:type="dcterms:W3CDTF">2026-05-19T13:38:27Z</dcterms:modified>
</cp:coreProperties>
</file>